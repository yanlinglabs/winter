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B1FF1C-89D6-4FD4-BAB6-853706C919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B906112-D335-4BEF-B93D-D90400D97ED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360000" y="360000"/>
            <a:ext cx="2880000" cy="1440000"/>
          </a:xfrm>
          <a:prstGeom prst="rect">
            <a:avLst/>
          </a:prstGeom>
          <a:solidFill>
            <a:srgbClr val="FF6600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